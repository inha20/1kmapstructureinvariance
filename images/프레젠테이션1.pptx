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314CF-8E76-4532-BC88-0534E6140E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F47520-BB92-48F3-B432-1CA9D890CB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D61B70-5B28-4721-AA33-E03857D8B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8B92-819F-4009-9B59-71F85CBC6C7E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F487A2-E1CA-4CCB-920D-EB94524DE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DF7AB8-56FA-4155-938A-294C71BE7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1CFE-21B5-4970-8147-D9B87567E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789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867CDF-1C0F-46C2-B03B-493F7650A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A75036-3205-4A0D-AFD7-FD106A806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CBCB32-94E0-4121-ACF2-64BA06D00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8B92-819F-4009-9B59-71F85CBC6C7E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5DFE67-8423-4781-A8E0-78EFB3CCC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6FB495-2E91-4403-97E4-881E6630C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1CFE-21B5-4970-8147-D9B87567E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949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09799E-2347-42F3-981A-5F14F2E40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F37CFF-8D6C-4DE4-A7F1-FC3FB8759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85E978-2B87-4BC4-AFCA-7572D2647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8B92-819F-4009-9B59-71F85CBC6C7E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51B4D0-3D09-4B21-8B6A-9C3F9FB6E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5A25AD-AD4A-4BCD-9E07-C80FA9913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1CFE-21B5-4970-8147-D9B87567E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038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717602-2C45-4A92-9559-C2DFC297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08D7D2-4F96-47D4-9405-C18C466F4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708848-7843-4E32-8574-A468A81ED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6E6953-7206-4A0E-AD5C-73FE99677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8B92-819F-4009-9B59-71F85CBC6C7E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38A581-0A35-49DD-A94C-711150AD2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B9C4B4-A9F0-4F20-8AFC-B9739A787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1CFE-21B5-4970-8147-D9B87567E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3423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B3BC9-79C1-4C23-980C-5E0DB8337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48FD31-4CD6-48C7-B353-B6E259A85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963890-C70A-4651-9E62-D7E9EC786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DEE751-52DC-447D-8B6C-9F5E49CF08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BEFEAC-64CC-4DDA-9666-ACEBBDDA3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D8D95C8-4600-4FFA-BDD9-2E180347A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8B92-819F-4009-9B59-71F85CBC6C7E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12EC3EF-02B8-450B-B661-C651C98EE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4929716-6200-4B4F-B14F-5502D8BFE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1CFE-21B5-4970-8147-D9B87567E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01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E25E90-E48A-468A-BF36-2CADAD470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06206BF-9307-4216-9B91-AAB1CE7B9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8B92-819F-4009-9B59-71F85CBC6C7E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E022E0-A794-4E6D-AE53-A7E866F91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1B5C4D1-F6B7-412E-A822-008A6A30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1CFE-21B5-4970-8147-D9B87567E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183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28DF30B-21CC-4EEF-BF1A-295DC0371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8B92-819F-4009-9B59-71F85CBC6C7E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4F9148-3554-44F2-9247-524B12D30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AA315E-68A1-4C48-AB9F-7E77D4E6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1CFE-21B5-4970-8147-D9B87567E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630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218C2-A6CD-47F1-97EF-CDBBB0693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5A292B-424B-45A3-8390-F089E5817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CBA65E1-C065-4665-BD64-6A4F7001A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2F2AC0-73F7-4E45-A3F1-D68ECE72F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8B92-819F-4009-9B59-71F85CBC6C7E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85FFC9-AABF-445E-9668-18B880C54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A9200E-8F7C-41E2-B618-12581BEB0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1CFE-21B5-4970-8147-D9B87567E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858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41403F-B476-4014-BB02-75B49C03C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63C453C-893C-450C-A126-14B63A9103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10C220-44E5-4232-94BC-73A65A2AB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A022C8-BF66-44B3-9965-5AB5D2A2C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8B92-819F-4009-9B59-71F85CBC6C7E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EA6952-E8A7-4B23-9DFF-C79630298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B2C8D3-9A8F-489C-B54C-E8B999120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1CFE-21B5-4970-8147-D9B87567E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580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2E54A-F537-4D06-BC0B-DA752D971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570950-79D2-455F-B01C-C1E834EB2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5B3685-882A-4670-86E9-69CABCCCB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8B92-819F-4009-9B59-71F85CBC6C7E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77D367-C4EF-4CED-942D-FDFEF74B2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000A5C-4E24-4F0F-B465-69B6093F4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1CFE-21B5-4970-8147-D9B87567E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276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EE05B0C-9327-451B-A152-F0E95B741B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A60CB2-C13F-4FCA-9BA7-9278375D0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FE6DC4-270A-44E7-A9A8-18150D19D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C8B92-819F-4009-9B59-71F85CBC6C7E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6737E0-C710-4165-BAD1-7D931E881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81986D-92B5-4528-8C6E-92B8B0FB3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21CFE-21B5-4970-8147-D9B87567E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727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0A4E84-F4C7-4CC4-A6E6-EE4EECB48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80C046-7675-41A7-B149-EC55ADD028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6B400C-5B8D-429F-AD86-404CEAB60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C8B92-819F-4009-9B59-71F85CBC6C7E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DE1E1C-24E7-4363-BBC7-4636D3B0E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F3A186-4942-4407-B5BD-71CE8E36E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21CFE-21B5-4970-8147-D9B87567ED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423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7756809-CE5C-4F3B-BB92-CDCE5BEF1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867642"/>
              </p:ext>
            </p:extLst>
          </p:nvPr>
        </p:nvGraphicFramePr>
        <p:xfrm>
          <a:off x="7069989" y="1511028"/>
          <a:ext cx="3415008" cy="35428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3752">
                  <a:extLst>
                    <a:ext uri="{9D8B030D-6E8A-4147-A177-3AD203B41FA5}">
                      <a16:colId xmlns:a16="http://schemas.microsoft.com/office/drawing/2014/main" val="4015453319"/>
                    </a:ext>
                  </a:extLst>
                </a:gridCol>
                <a:gridCol w="853752">
                  <a:extLst>
                    <a:ext uri="{9D8B030D-6E8A-4147-A177-3AD203B41FA5}">
                      <a16:colId xmlns:a16="http://schemas.microsoft.com/office/drawing/2014/main" val="1693781705"/>
                    </a:ext>
                  </a:extLst>
                </a:gridCol>
                <a:gridCol w="853752">
                  <a:extLst>
                    <a:ext uri="{9D8B030D-6E8A-4147-A177-3AD203B41FA5}">
                      <a16:colId xmlns:a16="http://schemas.microsoft.com/office/drawing/2014/main" val="2641426980"/>
                    </a:ext>
                  </a:extLst>
                </a:gridCol>
                <a:gridCol w="853752">
                  <a:extLst>
                    <a:ext uri="{9D8B030D-6E8A-4147-A177-3AD203B41FA5}">
                      <a16:colId xmlns:a16="http://schemas.microsoft.com/office/drawing/2014/main" val="3408168486"/>
                    </a:ext>
                  </a:extLst>
                </a:gridCol>
              </a:tblGrid>
              <a:tr h="8857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6150201"/>
                  </a:ext>
                </a:extLst>
              </a:tr>
              <a:tr h="8857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98235"/>
                  </a:ext>
                </a:extLst>
              </a:tr>
              <a:tr h="8857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4030857"/>
                  </a:ext>
                </a:extLst>
              </a:tr>
              <a:tr h="8857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6342730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F8C27F5C-8BDB-430F-BD2C-556C18E3F8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2109949"/>
              </p:ext>
            </p:extLst>
          </p:nvPr>
        </p:nvGraphicFramePr>
        <p:xfrm>
          <a:off x="2084955" y="1474287"/>
          <a:ext cx="3415008" cy="35428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3752">
                  <a:extLst>
                    <a:ext uri="{9D8B030D-6E8A-4147-A177-3AD203B41FA5}">
                      <a16:colId xmlns:a16="http://schemas.microsoft.com/office/drawing/2014/main" val="4015453319"/>
                    </a:ext>
                  </a:extLst>
                </a:gridCol>
                <a:gridCol w="853752">
                  <a:extLst>
                    <a:ext uri="{9D8B030D-6E8A-4147-A177-3AD203B41FA5}">
                      <a16:colId xmlns:a16="http://schemas.microsoft.com/office/drawing/2014/main" val="1693781705"/>
                    </a:ext>
                  </a:extLst>
                </a:gridCol>
                <a:gridCol w="853752">
                  <a:extLst>
                    <a:ext uri="{9D8B030D-6E8A-4147-A177-3AD203B41FA5}">
                      <a16:colId xmlns:a16="http://schemas.microsoft.com/office/drawing/2014/main" val="2641426980"/>
                    </a:ext>
                  </a:extLst>
                </a:gridCol>
                <a:gridCol w="853752">
                  <a:extLst>
                    <a:ext uri="{9D8B030D-6E8A-4147-A177-3AD203B41FA5}">
                      <a16:colId xmlns:a16="http://schemas.microsoft.com/office/drawing/2014/main" val="3408168486"/>
                    </a:ext>
                  </a:extLst>
                </a:gridCol>
              </a:tblGrid>
              <a:tr h="8857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6150201"/>
                  </a:ext>
                </a:extLst>
              </a:tr>
              <a:tr h="8857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98235"/>
                  </a:ext>
                </a:extLst>
              </a:tr>
              <a:tr h="8857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4030857"/>
                  </a:ext>
                </a:extLst>
              </a:tr>
              <a:tr h="8857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6342730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39881AC3-3FC7-4BA4-8C76-B3B350D09A9E}"/>
              </a:ext>
            </a:extLst>
          </p:cNvPr>
          <p:cNvSpPr txBox="1"/>
          <p:nvPr/>
        </p:nvSpPr>
        <p:spPr>
          <a:xfrm>
            <a:off x="1676211" y="1725293"/>
            <a:ext cx="5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841887-DE19-4A82-AD38-916D31209DC0}"/>
              </a:ext>
            </a:extLst>
          </p:cNvPr>
          <p:cNvSpPr txBox="1"/>
          <p:nvPr/>
        </p:nvSpPr>
        <p:spPr>
          <a:xfrm>
            <a:off x="1676210" y="2694176"/>
            <a:ext cx="5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03081C-39C5-4EAA-8FDE-EA87EC3BAC1C}"/>
              </a:ext>
            </a:extLst>
          </p:cNvPr>
          <p:cNvSpPr txBox="1"/>
          <p:nvPr/>
        </p:nvSpPr>
        <p:spPr>
          <a:xfrm>
            <a:off x="1676210" y="3494249"/>
            <a:ext cx="5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7B91DE-69E9-4E09-A113-54326A37813E}"/>
              </a:ext>
            </a:extLst>
          </p:cNvPr>
          <p:cNvSpPr txBox="1"/>
          <p:nvPr/>
        </p:nvSpPr>
        <p:spPr>
          <a:xfrm>
            <a:off x="1676210" y="4478988"/>
            <a:ext cx="5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5080FF5-FF86-440B-A823-7C2D1F897C9D}"/>
              </a:ext>
            </a:extLst>
          </p:cNvPr>
          <p:cNvSpPr txBox="1"/>
          <p:nvPr/>
        </p:nvSpPr>
        <p:spPr>
          <a:xfrm>
            <a:off x="2238916" y="1171294"/>
            <a:ext cx="5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35FBD1-435E-4496-81C8-4CF78352C364}"/>
              </a:ext>
            </a:extLst>
          </p:cNvPr>
          <p:cNvSpPr txBox="1"/>
          <p:nvPr/>
        </p:nvSpPr>
        <p:spPr>
          <a:xfrm>
            <a:off x="3210367" y="1171294"/>
            <a:ext cx="5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FA5AFE-8F0E-4E6E-BA8F-9FAD96DDABD7}"/>
              </a:ext>
            </a:extLst>
          </p:cNvPr>
          <p:cNvSpPr txBox="1"/>
          <p:nvPr/>
        </p:nvSpPr>
        <p:spPr>
          <a:xfrm>
            <a:off x="4971177" y="1171294"/>
            <a:ext cx="5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ABF295-202A-4B43-978A-4BE9F309A9F6}"/>
              </a:ext>
            </a:extLst>
          </p:cNvPr>
          <p:cNvSpPr txBox="1"/>
          <p:nvPr/>
        </p:nvSpPr>
        <p:spPr>
          <a:xfrm>
            <a:off x="4015745" y="1138125"/>
            <a:ext cx="5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F094A3-DEBA-4B01-8BC5-383C2D2B7D67}"/>
              </a:ext>
            </a:extLst>
          </p:cNvPr>
          <p:cNvSpPr txBox="1"/>
          <p:nvPr/>
        </p:nvSpPr>
        <p:spPr>
          <a:xfrm>
            <a:off x="1153551" y="3096677"/>
            <a:ext cx="661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AB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01A192-5254-4BCD-90BE-47F1DEEA89E0}"/>
              </a:ext>
            </a:extLst>
          </p:cNvPr>
          <p:cNvSpPr txBox="1"/>
          <p:nvPr/>
        </p:nvSpPr>
        <p:spPr>
          <a:xfrm>
            <a:off x="3505787" y="768793"/>
            <a:ext cx="661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CD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9A2A58-D4DE-4076-9377-9EE79EE38DA4}"/>
              </a:ext>
            </a:extLst>
          </p:cNvPr>
          <p:cNvSpPr txBox="1"/>
          <p:nvPr/>
        </p:nvSpPr>
        <p:spPr>
          <a:xfrm>
            <a:off x="6257973" y="3120989"/>
            <a:ext cx="661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AB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28D814-5E66-4134-ACBC-1F387FEB185D}"/>
              </a:ext>
            </a:extLst>
          </p:cNvPr>
          <p:cNvSpPr txBox="1"/>
          <p:nvPr/>
        </p:nvSpPr>
        <p:spPr>
          <a:xfrm>
            <a:off x="7190029" y="1204840"/>
            <a:ext cx="5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1A2E79A-B167-471E-82CE-AD92B0B3AC42}"/>
              </a:ext>
            </a:extLst>
          </p:cNvPr>
          <p:cNvSpPr txBox="1"/>
          <p:nvPr/>
        </p:nvSpPr>
        <p:spPr>
          <a:xfrm>
            <a:off x="8161480" y="1204840"/>
            <a:ext cx="5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4A3908-AAE1-485E-9F28-C80FC393F89C}"/>
              </a:ext>
            </a:extLst>
          </p:cNvPr>
          <p:cNvSpPr txBox="1"/>
          <p:nvPr/>
        </p:nvSpPr>
        <p:spPr>
          <a:xfrm>
            <a:off x="9922290" y="1204840"/>
            <a:ext cx="5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16EDB9D-B7C1-4ED9-8CD5-EB8E8236590E}"/>
              </a:ext>
            </a:extLst>
          </p:cNvPr>
          <p:cNvSpPr txBox="1"/>
          <p:nvPr/>
        </p:nvSpPr>
        <p:spPr>
          <a:xfrm>
            <a:off x="8966858" y="1171671"/>
            <a:ext cx="5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947FDC-92BD-430A-BF3D-86BA63BEF095}"/>
              </a:ext>
            </a:extLst>
          </p:cNvPr>
          <p:cNvSpPr txBox="1"/>
          <p:nvPr/>
        </p:nvSpPr>
        <p:spPr>
          <a:xfrm>
            <a:off x="6692040" y="1725293"/>
            <a:ext cx="5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8EB9AB-D4CE-467D-BBDB-1511BE66AD91}"/>
              </a:ext>
            </a:extLst>
          </p:cNvPr>
          <p:cNvSpPr txBox="1"/>
          <p:nvPr/>
        </p:nvSpPr>
        <p:spPr>
          <a:xfrm>
            <a:off x="6692039" y="2694176"/>
            <a:ext cx="5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743212-DF4B-488D-9C17-4EC210531DA9}"/>
              </a:ext>
            </a:extLst>
          </p:cNvPr>
          <p:cNvSpPr txBox="1"/>
          <p:nvPr/>
        </p:nvSpPr>
        <p:spPr>
          <a:xfrm>
            <a:off x="6692039" y="3494249"/>
            <a:ext cx="5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11</a:t>
            </a:r>
            <a:endParaRPr lang="ko-KR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B65EE5A-FD3D-4646-9816-F74F7EBD5286}"/>
              </a:ext>
            </a:extLst>
          </p:cNvPr>
          <p:cNvSpPr txBox="1"/>
          <p:nvPr/>
        </p:nvSpPr>
        <p:spPr>
          <a:xfrm>
            <a:off x="6692039" y="4478988"/>
            <a:ext cx="56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6C5C1F-BEB2-4781-ADC0-A53242F618BE}"/>
              </a:ext>
            </a:extLst>
          </p:cNvPr>
          <p:cNvSpPr txBox="1"/>
          <p:nvPr/>
        </p:nvSpPr>
        <p:spPr>
          <a:xfrm>
            <a:off x="8492270" y="835508"/>
            <a:ext cx="661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891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8DD7380-3339-4521-A084-99D7458D17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646637"/>
              </p:ext>
            </p:extLst>
          </p:nvPr>
        </p:nvGraphicFramePr>
        <p:xfrm>
          <a:off x="709636" y="860422"/>
          <a:ext cx="4064000" cy="48628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14340143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324709457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3757970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3163329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ZW</a:t>
                      </a:r>
                      <a:r>
                        <a:rPr lang="ko-KR" altLang="en-US" dirty="0"/>
                        <a:t>값</a:t>
                      </a:r>
                      <a:endParaRPr lang="en-US" altLang="ko-KR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(Gray code)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ZW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index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WZ</a:t>
                      </a:r>
                      <a:r>
                        <a:rPr lang="ko-KR" altLang="en-US" dirty="0"/>
                        <a:t>값</a:t>
                      </a:r>
                      <a:endParaRPr lang="en-US" altLang="ko-KR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(Gray code)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WZ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index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3944522"/>
                  </a:ext>
                </a:extLst>
              </a:tr>
              <a:tr h="9871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988661"/>
                  </a:ext>
                </a:extLst>
              </a:tr>
              <a:tr h="9871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7632471"/>
                  </a:ext>
                </a:extLst>
              </a:tr>
              <a:tr h="9871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2688359"/>
                  </a:ext>
                </a:extLst>
              </a:tr>
              <a:tr h="9871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8536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623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5F9BFE-7FC0-49DE-80EE-18047C98C009}"/>
              </a:ext>
            </a:extLst>
          </p:cNvPr>
          <p:cNvSpPr txBox="1"/>
          <p:nvPr/>
        </p:nvSpPr>
        <p:spPr>
          <a:xfrm>
            <a:off x="5416062" y="253218"/>
            <a:ext cx="98942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altLang="ko-KR" dirty="0"/>
              <a:t>XY/ZW</a:t>
            </a:r>
            <a:endParaRPr lang="ko-KR" altLang="en-US" dirty="0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5EA6ABE3-13E5-477D-B22A-DF8C8B550D0A}"/>
              </a:ext>
            </a:extLst>
          </p:cNvPr>
          <p:cNvCxnSpPr>
            <a:stCxn id="2" idx="2"/>
          </p:cNvCxnSpPr>
          <p:nvPr/>
        </p:nvCxnSpPr>
        <p:spPr>
          <a:xfrm>
            <a:off x="5910776" y="622550"/>
            <a:ext cx="0" cy="348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67A32BE-BA86-4517-B7BF-63091D8DBB25}"/>
              </a:ext>
            </a:extLst>
          </p:cNvPr>
          <p:cNvSpPr txBox="1"/>
          <p:nvPr/>
        </p:nvSpPr>
        <p:spPr>
          <a:xfrm>
            <a:off x="3827589" y="970671"/>
            <a:ext cx="416637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dirty="0"/>
              <a:t>순환이동을 해도 같은 그림임을 전제함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AE6CE457-3C46-4760-BEC0-E28B34644B6E}"/>
              </a:ext>
            </a:extLst>
          </p:cNvPr>
          <p:cNvCxnSpPr>
            <a:cxnSpLocks/>
          </p:cNvCxnSpPr>
          <p:nvPr/>
        </p:nvCxnSpPr>
        <p:spPr>
          <a:xfrm>
            <a:off x="6020960" y="1340003"/>
            <a:ext cx="1842880" cy="545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9ABB6D1-59E4-447C-BF97-0EEC3EF55B6C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5910774" y="1340003"/>
            <a:ext cx="2" cy="545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A4AC095-A1BB-41C9-AB16-4DA0F1137109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4162863" y="1340003"/>
            <a:ext cx="1747913" cy="523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BA06E0C-F183-4AB9-8CF7-75ED56679ADF}"/>
              </a:ext>
            </a:extLst>
          </p:cNvPr>
          <p:cNvSpPr txBox="1"/>
          <p:nvPr/>
        </p:nvSpPr>
        <p:spPr>
          <a:xfrm>
            <a:off x="5207395" y="1885071"/>
            <a:ext cx="140675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dirty="0"/>
              <a:t>열변수교환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F196DD-F5E8-487C-A8AC-7CD904443D23}"/>
              </a:ext>
            </a:extLst>
          </p:cNvPr>
          <p:cNvSpPr txBox="1"/>
          <p:nvPr/>
        </p:nvSpPr>
        <p:spPr>
          <a:xfrm>
            <a:off x="3557100" y="2268691"/>
            <a:ext cx="95189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XY/WZ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D9CE00-BFF4-42D3-9776-ACF41CB612F6}"/>
              </a:ext>
            </a:extLst>
          </p:cNvPr>
          <p:cNvSpPr txBox="1"/>
          <p:nvPr/>
        </p:nvSpPr>
        <p:spPr>
          <a:xfrm>
            <a:off x="3375682" y="1885071"/>
            <a:ext cx="140675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dirty="0"/>
              <a:t>행변수교환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A0D26D-88BA-4E45-8A64-2CA5696589C2}"/>
              </a:ext>
            </a:extLst>
          </p:cNvPr>
          <p:cNvSpPr txBox="1"/>
          <p:nvPr/>
        </p:nvSpPr>
        <p:spPr>
          <a:xfrm>
            <a:off x="5477619" y="2254403"/>
            <a:ext cx="9518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YX/ZW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B1451C-343C-4078-B17C-170C492BCDF6}"/>
              </a:ext>
            </a:extLst>
          </p:cNvPr>
          <p:cNvSpPr txBox="1"/>
          <p:nvPr/>
        </p:nvSpPr>
        <p:spPr>
          <a:xfrm>
            <a:off x="7369571" y="1885071"/>
            <a:ext cx="87188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/>
              <a:t>축교환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D12A65-8579-4EBE-8F30-CF1411142D23}"/>
              </a:ext>
            </a:extLst>
          </p:cNvPr>
          <p:cNvSpPr txBox="1"/>
          <p:nvPr/>
        </p:nvSpPr>
        <p:spPr>
          <a:xfrm>
            <a:off x="7329566" y="2268691"/>
            <a:ext cx="95189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ZW/XY</a:t>
            </a:r>
            <a:endParaRPr lang="ko-KR" altLang="en-US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ED4A5F2-5755-4EEF-868B-0AB6BBC07330}"/>
              </a:ext>
            </a:extLst>
          </p:cNvPr>
          <p:cNvCxnSpPr>
            <a:cxnSpLocks/>
          </p:cNvCxnSpPr>
          <p:nvPr/>
        </p:nvCxnSpPr>
        <p:spPr>
          <a:xfrm>
            <a:off x="4033048" y="2652311"/>
            <a:ext cx="1842880" cy="545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92AE0F4-9F07-451B-89EB-2F13567BCA4C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5864204" y="2636237"/>
            <a:ext cx="11724" cy="557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36BD8591-0CB2-4850-9DDE-B9BFE5A8ED61}"/>
              </a:ext>
            </a:extLst>
          </p:cNvPr>
          <p:cNvCxnSpPr>
            <a:cxnSpLocks/>
          </p:cNvCxnSpPr>
          <p:nvPr/>
        </p:nvCxnSpPr>
        <p:spPr>
          <a:xfrm flipH="1">
            <a:off x="5864202" y="2673522"/>
            <a:ext cx="1747913" cy="523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1DBA4AF-3554-4A6C-AF9E-9FAF93CD206B}"/>
              </a:ext>
            </a:extLst>
          </p:cNvPr>
          <p:cNvSpPr txBox="1"/>
          <p:nvPr/>
        </p:nvSpPr>
        <p:spPr>
          <a:xfrm>
            <a:off x="4346815" y="3193807"/>
            <a:ext cx="30582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동일 구조 </a:t>
            </a:r>
            <a:r>
              <a:rPr lang="en-US" altLang="ko-KR" dirty="0"/>
              <a:t>(Equivalent Class)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7529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C96EDED-405C-4D55-8AAB-95D31D2DB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3046937"/>
              </p:ext>
            </p:extLst>
          </p:nvPr>
        </p:nvGraphicFramePr>
        <p:xfrm>
          <a:off x="2084955" y="1474287"/>
          <a:ext cx="3415008" cy="35428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3752">
                  <a:extLst>
                    <a:ext uri="{9D8B030D-6E8A-4147-A177-3AD203B41FA5}">
                      <a16:colId xmlns:a16="http://schemas.microsoft.com/office/drawing/2014/main" val="4015453319"/>
                    </a:ext>
                  </a:extLst>
                </a:gridCol>
                <a:gridCol w="853752">
                  <a:extLst>
                    <a:ext uri="{9D8B030D-6E8A-4147-A177-3AD203B41FA5}">
                      <a16:colId xmlns:a16="http://schemas.microsoft.com/office/drawing/2014/main" val="1693781705"/>
                    </a:ext>
                  </a:extLst>
                </a:gridCol>
                <a:gridCol w="853752">
                  <a:extLst>
                    <a:ext uri="{9D8B030D-6E8A-4147-A177-3AD203B41FA5}">
                      <a16:colId xmlns:a16="http://schemas.microsoft.com/office/drawing/2014/main" val="2641426980"/>
                    </a:ext>
                  </a:extLst>
                </a:gridCol>
                <a:gridCol w="853752">
                  <a:extLst>
                    <a:ext uri="{9D8B030D-6E8A-4147-A177-3AD203B41FA5}">
                      <a16:colId xmlns:a16="http://schemas.microsoft.com/office/drawing/2014/main" val="3408168486"/>
                    </a:ext>
                  </a:extLst>
                </a:gridCol>
              </a:tblGrid>
              <a:tr h="885711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6150201"/>
                  </a:ext>
                </a:extLst>
              </a:tr>
              <a:tr h="885711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98235"/>
                  </a:ext>
                </a:extLst>
              </a:tr>
              <a:tr h="885711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4030857"/>
                  </a:ext>
                </a:extLst>
              </a:tr>
              <a:tr h="885711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6342730"/>
                  </a:ext>
                </a:extLst>
              </a:tr>
            </a:tbl>
          </a:graphicData>
        </a:graphic>
      </p:graphicFrame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28FFC3ED-0D7D-4275-8729-CC3680734647}"/>
              </a:ext>
            </a:extLst>
          </p:cNvPr>
          <p:cNvCxnSpPr/>
          <p:nvPr/>
        </p:nvCxnSpPr>
        <p:spPr>
          <a:xfrm>
            <a:off x="2504049" y="1195754"/>
            <a:ext cx="248998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EC67AF8-31EC-40D9-BFC2-997CCFB4A2EE}"/>
              </a:ext>
            </a:extLst>
          </p:cNvPr>
          <p:cNvCxnSpPr>
            <a:cxnSpLocks/>
          </p:cNvCxnSpPr>
          <p:nvPr/>
        </p:nvCxnSpPr>
        <p:spPr>
          <a:xfrm>
            <a:off x="1730326" y="2025748"/>
            <a:ext cx="0" cy="260252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9BCA03-EF70-4269-98A8-A73CB1DD936C}"/>
              </a:ext>
            </a:extLst>
          </p:cNvPr>
          <p:cNvSpPr/>
          <p:nvPr/>
        </p:nvSpPr>
        <p:spPr>
          <a:xfrm>
            <a:off x="3277772" y="759654"/>
            <a:ext cx="1012874" cy="32355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BB427E9-CA6B-48DD-AE38-B9A8480F6D3D}"/>
              </a:ext>
            </a:extLst>
          </p:cNvPr>
          <p:cNvSpPr/>
          <p:nvPr/>
        </p:nvSpPr>
        <p:spPr>
          <a:xfrm>
            <a:off x="1139482" y="2630657"/>
            <a:ext cx="413529" cy="9847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8FC77CA-69BB-44D7-A362-5D6567DEE076}"/>
              </a:ext>
            </a:extLst>
          </p:cNvPr>
          <p:cNvCxnSpPr>
            <a:endCxn id="12" idx="0"/>
          </p:cNvCxnSpPr>
          <p:nvPr/>
        </p:nvCxnSpPr>
        <p:spPr>
          <a:xfrm flipH="1">
            <a:off x="1346247" y="914400"/>
            <a:ext cx="4251" cy="1716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EAED40B-000D-49CC-BE3F-A1883D883C3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346246" y="921431"/>
            <a:ext cx="19315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695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04709D1-5154-4CF9-A23C-99BC3D2FE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319761"/>
              </p:ext>
            </p:extLst>
          </p:nvPr>
        </p:nvGraphicFramePr>
        <p:xfrm>
          <a:off x="2032001" y="719665"/>
          <a:ext cx="4833033" cy="413369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11011">
                  <a:extLst>
                    <a:ext uri="{9D8B030D-6E8A-4147-A177-3AD203B41FA5}">
                      <a16:colId xmlns:a16="http://schemas.microsoft.com/office/drawing/2014/main" val="3498345667"/>
                    </a:ext>
                  </a:extLst>
                </a:gridCol>
                <a:gridCol w="1611011">
                  <a:extLst>
                    <a:ext uri="{9D8B030D-6E8A-4147-A177-3AD203B41FA5}">
                      <a16:colId xmlns:a16="http://schemas.microsoft.com/office/drawing/2014/main" val="3072672431"/>
                    </a:ext>
                  </a:extLst>
                </a:gridCol>
                <a:gridCol w="1611011">
                  <a:extLst>
                    <a:ext uri="{9D8B030D-6E8A-4147-A177-3AD203B41FA5}">
                      <a16:colId xmlns:a16="http://schemas.microsoft.com/office/drawing/2014/main" val="3935290454"/>
                    </a:ext>
                  </a:extLst>
                </a:gridCol>
              </a:tblGrid>
              <a:tr h="4592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동치류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 err="1"/>
                        <a:t>i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/>
                        <a:t>동치류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ii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/>
                        <a:t>동치류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iii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9557807"/>
                  </a:ext>
                </a:extLst>
              </a:tr>
              <a:tr h="4592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AB/CD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AC/BD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AD/BC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99584085"/>
                  </a:ext>
                </a:extLst>
              </a:tr>
              <a:tr h="4592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BA/CD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CA/BD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DA/BC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48027163"/>
                  </a:ext>
                </a:extLst>
              </a:tr>
              <a:tr h="4592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AB/DC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AC/DB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AD/CB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89910390"/>
                  </a:ext>
                </a:extLst>
              </a:tr>
              <a:tr h="4592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BA/DC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CA/DB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DA/CB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56895427"/>
                  </a:ext>
                </a:extLst>
              </a:tr>
              <a:tr h="4592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CD/AB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BD/AC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BC/AD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8933110"/>
                  </a:ext>
                </a:extLst>
              </a:tr>
              <a:tr h="4592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DC/AB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DB/AC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CB/AD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11089558"/>
                  </a:ext>
                </a:extLst>
              </a:tr>
              <a:tr h="4592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CD/BA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BD/CA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BC/DA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70843149"/>
                  </a:ext>
                </a:extLst>
              </a:tr>
              <a:tr h="45929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DC/BA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DB/CA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CB/DA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72616353"/>
                  </a:ext>
                </a:extLst>
              </a:tr>
            </a:tbl>
          </a:graphicData>
        </a:graphic>
      </p:graphicFrame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005F932-5469-45FA-9FA7-CF67BE73E787}"/>
              </a:ext>
            </a:extLst>
          </p:cNvPr>
          <p:cNvCxnSpPr/>
          <p:nvPr/>
        </p:nvCxnSpPr>
        <p:spPr>
          <a:xfrm>
            <a:off x="2032001" y="1097280"/>
            <a:ext cx="483303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5836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188</Words>
  <Application>Microsoft Office PowerPoint</Application>
  <PresentationFormat>와이드스크린</PresentationFormat>
  <Paragraphs>112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inha</dc:creator>
  <cp:lastModifiedBy>inha</cp:lastModifiedBy>
  <cp:revision>10</cp:revision>
  <dcterms:created xsi:type="dcterms:W3CDTF">2026-06-01T06:50:17Z</dcterms:created>
  <dcterms:modified xsi:type="dcterms:W3CDTF">2026-06-01T08:30:44Z</dcterms:modified>
</cp:coreProperties>
</file>